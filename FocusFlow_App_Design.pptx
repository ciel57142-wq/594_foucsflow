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86045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FocusFlow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Design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task manager with predictive scheduling — architecture, data model, and screen design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594  ·  Jai Behl  ·  Project Proposal Follow-up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FocusFlow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task apps are static lists. FocusFlow learns from how work actually gets done.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F5F3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90250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1945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logging — two taps from the home screen, so tasks get recorded instead of abandoned.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F5F3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331982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17320" y="36118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daily view surfaces what to work on now and flags overcommitted days before they happen.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F5F3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473714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17320" y="50292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completion is logged; Version 2 turns that history into recommendations and predictions.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first, single-user, fully local — no backend required for Version 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250" y="23692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UI layer; Android is the target platform for this project.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96596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170" y="23692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 (SDK 51)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workflow for builds, notifications, and native module access.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96596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90" y="236921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on-device database — durable event log for tasks and completions.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15400" y="196596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2980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010" y="236921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98280" y="3703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domain model shared across screens, repositories, and schema.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never touch SQLite directly — everything goes through the repository layer.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2A264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019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94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· Today · Stats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2606040"/>
            <a:ext cx="0" cy="228600"/>
          </a:xfrm>
          <a:prstGeom prst="line">
            <a:avLst/>
          </a:prstGeom>
          <a:noFill/>
          <a:ln w="25400">
            <a:solidFill>
              <a:srgbClr val="00D2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8346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2A264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077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2552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+ Stack (React Navigation)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3611880"/>
            <a:ext cx="0" cy="228600"/>
          </a:xfrm>
          <a:prstGeom prst="line">
            <a:avLst/>
          </a:prstGeom>
          <a:noFill/>
          <a:ln w="25400">
            <a:solidFill>
              <a:srgbClr val="00D2A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84048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2A264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136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26110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taskRepository · statsRepository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4617720"/>
            <a:ext cx="0" cy="228600"/>
          </a:xfrm>
          <a:prstGeom prst="line">
            <a:avLst/>
          </a:prstGeom>
          <a:noFill/>
          <a:ln w="25400">
            <a:solidFill>
              <a:srgbClr val="00D2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484632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194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26694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projects · tags · completion_log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83464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2A2640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907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3255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Fixed-offset reminders (V1)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4229100"/>
            <a:ext cx="4389120" cy="0"/>
          </a:xfrm>
          <a:prstGeom prst="line">
            <a:avLst/>
          </a:prstGeom>
          <a:noFill/>
          <a:ln w="25400">
            <a:solidFill>
              <a:srgbClr val="00D2A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tables already carry the fields Version 2's prediction layer will need — no migration required later.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9856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194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priority, due_date, status, deferral_count, actual_duration_minutes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0" y="16916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580" y="1985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/ tags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58000" y="2194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name; many-to-many via task_tags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340294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completion_log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611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task_id, estimated vs. actual duration, completed_at, time_of_day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43600" y="31089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172200" y="3337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580" y="34029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notification_rules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58000" y="3611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task_id / project_id, offset_minutes_before_due, enabled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completion_log is append-only by convention — it stays a reliable training set for V2 even as tasks are edited.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Design — Capture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51760" cy="4846320"/>
          </a:xfrm>
          <a:prstGeom prst="roundRect">
            <a:avLst>
              <a:gd name="adj" fmla="val 7586"/>
            </a:avLst>
          </a:prstGeom>
          <a:solidFill>
            <a:srgbClr val="1E1B2E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81328"/>
            <a:ext cx="2432304" cy="4626864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8013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need to do?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2688" y="2194560"/>
            <a:ext cx="2066544" cy="0"/>
          </a:xfrm>
          <a:prstGeom prst="line">
            <a:avLst/>
          </a:prstGeom>
          <a:noFill/>
          <a:ln w="12700">
            <a:solidFill>
              <a:srgbClr val="D8D5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8716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(optional)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2688" y="2761488"/>
            <a:ext cx="2066544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4436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5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minutes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32688" y="3218688"/>
            <a:ext cx="2066544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58444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5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5844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91056" y="358444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1B2E"/>
          </a:solidFill>
          <a:ln w="12700">
            <a:solidFill>
              <a:srgbClr val="D8D5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35844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49424" y="3584448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5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35844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32688" y="5422392"/>
            <a:ext cx="2066544" cy="411480"/>
          </a:xfrm>
          <a:prstGeom prst="roundRect">
            <a:avLst>
              <a:gd name="adj" fmla="val 22222"/>
            </a:avLst>
          </a:prstGeom>
          <a:solidFill>
            <a:srgbClr val="1E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422392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1508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taps, from anywhere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210312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is the only required field — everything else is optional and collapsed out of the way.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estimated duration, and priority are present for when they're useful, never blocking a fast entry.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capture friction is the #1 reason task apps get abandoned, so this screen is optimized before anything else.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Design — Today 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51760" cy="4846320"/>
          </a:xfrm>
          <a:prstGeom prst="roundRect">
            <a:avLst>
              <a:gd name="adj" fmla="val 7586"/>
            </a:avLst>
          </a:prstGeom>
          <a:solidFill>
            <a:srgbClr val="1E1B2E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81328"/>
            <a:ext cx="2432304" cy="4626864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481328"/>
            <a:ext cx="2432304" cy="640080"/>
          </a:xfrm>
          <a:prstGeom prst="rect">
            <a:avLst/>
          </a:prstGeom>
          <a:solidFill>
            <a:srgbClr val="F5F3F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59105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· 165 min committed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" y="1847088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be overcommitted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86968" y="2761488"/>
            <a:ext cx="2157984" cy="0"/>
          </a:xfrm>
          <a:prstGeom prst="line">
            <a:avLst/>
          </a:prstGeom>
          <a:noFill/>
          <a:ln w="12700">
            <a:solidFill>
              <a:srgbClr val="F0E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30428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Ch. 4 — 45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24912" y="2322576"/>
            <a:ext cx="274320" cy="274320"/>
          </a:xfrm>
          <a:prstGeom prst="ellipse">
            <a:avLst/>
          </a:prstGeom>
          <a:solidFill>
            <a:srgbClr val="F5F3F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0574" y="2358238"/>
            <a:ext cx="202997" cy="20299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86968" y="3310128"/>
            <a:ext cx="2157984" cy="0"/>
          </a:xfrm>
          <a:prstGeom prst="line">
            <a:avLst/>
          </a:prstGeom>
          <a:noFill/>
          <a:ln w="12700">
            <a:solidFill>
              <a:srgbClr val="F0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28529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writeup — 60 min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24912" y="2871216"/>
            <a:ext cx="274320" cy="274320"/>
          </a:xfrm>
          <a:prstGeom prst="ellipse">
            <a:avLst/>
          </a:prstGeom>
          <a:solidFill>
            <a:srgbClr val="F5F3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574" y="2906878"/>
            <a:ext cx="202997" cy="20299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86968" y="3858768"/>
            <a:ext cx="2157984" cy="0"/>
          </a:xfrm>
          <a:prstGeom prst="line">
            <a:avLst/>
          </a:prstGeom>
          <a:noFill/>
          <a:ln w="12700">
            <a:solidFill>
              <a:srgbClr val="F0EE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6968" y="340156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— 30 min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24912" y="3419856"/>
            <a:ext cx="274320" cy="274320"/>
          </a:xfrm>
          <a:prstGeom prst="ellipse">
            <a:avLst/>
          </a:prstGeom>
          <a:solidFill>
            <a:srgbClr val="F5F3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574" y="3455518"/>
            <a:ext cx="202997" cy="202997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679192" y="5422392"/>
            <a:ext cx="457200" cy="457200"/>
          </a:xfrm>
          <a:prstGeom prst="ellipse">
            <a:avLst/>
          </a:prstGeom>
          <a:solidFill>
            <a:srgbClr val="1E1B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628" y="548182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57600" y="1508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focused list, not a backlog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3657600" y="210312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only what's due today or overdue, manually ordered in Version 1.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total of committed minutes surfaces overcommitment before the day starts, not after.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Check-off, snooze, and reschedule are one tap — snoozing increments deferral_count, a signal Version 2's ranking will use.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screen where V1's manual order and V2's suggested order will visibly diverge, without changing the underlying data contract.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Design — Stats &amp; History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51760" cy="4846320"/>
          </a:xfrm>
          <a:prstGeom prst="roundRect">
            <a:avLst>
              <a:gd name="adj" fmla="val 7586"/>
            </a:avLst>
          </a:prstGeom>
          <a:solidFill>
            <a:srgbClr val="1E1B2E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81328"/>
            <a:ext cx="2432304" cy="4626864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1664208"/>
            <a:ext cx="2157984" cy="868680"/>
          </a:xfrm>
          <a:prstGeom prst="roundRect">
            <a:avLst>
              <a:gd name="adj" fmla="val 8421"/>
            </a:avLst>
          </a:prstGeom>
          <a:solidFill>
            <a:srgbClr val="F5F3FB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73736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completion rate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" y="193852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86968" y="2670048"/>
            <a:ext cx="2157984" cy="868680"/>
          </a:xfrm>
          <a:prstGeom prst="roundRect">
            <a:avLst>
              <a:gd name="adj" fmla="val 8421"/>
            </a:avLst>
          </a:prstGeom>
          <a:solidFill>
            <a:srgbClr val="F5F3FB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74320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accuracy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24128" y="294436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1.15×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24128" y="372160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Neglected tags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408736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" y="44074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1508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today, predictive tomorrow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10312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displays completion rate, estimate accuracy, and neglected tags descriptively — read-only insight, no ranking logic yet.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is computed from the same completion_log rows Version 2's logistic scoring will train on.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this data from day one means V2 doesn't need a separate data-collection phase before it can produce useful predictions.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Notifications: V1 → V2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 site, different logic behind it — the signature doesn't change between versions.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5F3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0830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 — Fixed Offset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fires N minutes before due_date.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configurable per task or per project.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easy to system-test.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0" y="173736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1E1B2E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2011680"/>
            <a:ext cx="548640" cy="548640"/>
          </a:xfrm>
          <a:prstGeom prst="ellipse">
            <a:avLst/>
          </a:prstGeom>
          <a:solidFill>
            <a:srgbClr val="2A26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243" y="208300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2 — Adaptive Timing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26364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is computed per task from historical engagement time-of-day.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windows the user actually responds to for similar tags.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V1's fixed offset when there isn't enough history yet.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Versioning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version is fully built and system-tested before the next begins.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 1 — Deterministic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 2 — Predictive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2E"/>
                          </a:solidFill>
                        </a:rPr>
                        <a:t>New capability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Full task lifecycle: create, organize, schedule, complete, review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Ranking, prediction, and recommendation on top of that lifecycle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2E"/>
                          </a:solidFill>
                        </a:rPr>
                        <a:t>Daily view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Manual ordering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Suggested ordering + "Why this?" explanation panel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2E"/>
                          </a:solidFill>
                        </a:rPr>
                        <a:t>Reminders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Fixed offset before due date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Adaptive timing from engagement history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B2E"/>
                          </a:solidFill>
                        </a:rPr>
                        <a:t>System test focus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CRUD, daily-view interactions, notification firing, stats accuracy, offline behavior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1B2E"/>
                          </a:solidFill>
                        </a:rPr>
                        <a:t>V1 regression + recommendation correctness, prediction calibration, explanation accuracy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Mitigations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9399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plan is the contract — new ideas go to a backlog, not added mid-version.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0" y="160020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9" name="Shape 6"/>
          <p:cNvSpPr/>
          <p:nvPr/>
        </p:nvSpPr>
        <p:spPr>
          <a:xfrm>
            <a:off x="617220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580" y="193990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variance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858000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minimum API level; tested on one physical device plus one emulator.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335722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lock-in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63040" y="3474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schema already includes V2's feature inputs (deferral count, actual duration, time of day).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43600" y="3017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5F3FB"/>
          </a:solidFill>
          <a:ln/>
        </p:spPr>
      </p:sp>
      <p:sp>
        <p:nvSpPr>
          <p:cNvPr id="19" name="Shape 14"/>
          <p:cNvSpPr/>
          <p:nvPr/>
        </p:nvSpPr>
        <p:spPr>
          <a:xfrm>
            <a:off x="617220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580" y="3357220"/>
            <a:ext cx="372161" cy="3721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 / overfitting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858000" y="3474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Default-rule fallback below N completed tasks; regularized scoring, not aggressive personalization.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FocusFlow — App Design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90617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extended, not rewritten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383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V1 skeleton's data model, repository seams, and notification call sites are the exact places Version 2's recommendation and prediction logic plugs into — additively, without a rewrite.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trunk-based · tagged releases v1.0.0 / v2.0.0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FocusFlow — App Design</dc:title>
  <dc:subject>PptxGenJS Presentation</dc:subject>
  <dc:creator>Jai Behl</dc:creator>
  <cp:lastModifiedBy>Jai Behl</cp:lastModifiedBy>
  <cp:revision>1</cp:revision>
  <dcterms:created xsi:type="dcterms:W3CDTF">2026-07-07T21:58:52Z</dcterms:created>
  <dcterms:modified xsi:type="dcterms:W3CDTF">2026-07-07T21:58:52Z</dcterms:modified>
</cp:coreProperties>
</file>